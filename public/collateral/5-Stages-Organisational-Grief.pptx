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KINETIC ENTERPRISE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task forces.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Centres of Excellence.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unchanged approval board.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Stages of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Organisational Grief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13716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337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 isn't resisting AI.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grieving the operating model it's been asked to give up.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find out which stage you're 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4754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Christos Kotsidimos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-274320"/>
            <a:ext cx="292608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8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object: SOPs and KPIs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282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have a structural problem. We have an execution problem."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treated as a faster calculator.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alignment. Tighter metrics. Faster iterations.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machinery stays the same. The results do too.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-274320"/>
            <a:ext cx="292608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8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46888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ARE HERE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Bargaining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object: Innovation Labs, Centres of Excellence, AI Task Forces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75104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6654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can transform without changing core governance."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62432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is granted. Authority is not.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is funded. The factory floor is protected.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transformation. It is the simulation of transformation.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-274320"/>
            <a:ext cx="292608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8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object: Audit reports and leadership churn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282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previous team failed. New partners needed."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replaced. Departments restructured.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industrial-era policies that throttled the initiative: untouched.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-274320"/>
            <a:ext cx="292608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8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object: The Compliance and Risk Shield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282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too big, too regulated, too complex to change."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becomes a defense mechanism.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 become philosophical debates about losing control.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uses its own size to justify stasis.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-274320"/>
            <a:ext cx="292608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8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object: Reconfigured funding and authority models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282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operating model itself must change."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moves to where information is produced.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moves at the speed of the work.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mindset is surrendered. Transformation begins.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does not begin when an organisation finds a new technology.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begins when it identifies what it must stop protecting.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2377440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stage is your organisation in right now?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in the comments.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4160520"/>
            <a:ext cx="7772400" cy="3657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Christos Kotsidimos  |  The Kinetic Enterprise  |  #KineticEnterprise  #OperatingModels  #EnterpriseAI  #CTO  #DigitalTransformation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5 Stages of Organisational Grief</dc:title>
  <dc:subject>PptxGenJS Presentation</dc:subject>
  <dc:creator>Christos Kotsidimos</dc:creator>
  <cp:lastModifiedBy>Christos Kotsidimos</cp:lastModifiedBy>
  <cp:revision>1</cp:revision>
  <dcterms:created xsi:type="dcterms:W3CDTF">2026-05-11T14:43:47Z</dcterms:created>
  <dcterms:modified xsi:type="dcterms:W3CDTF">2026-05-11T14:43:47Z</dcterms:modified>
</cp:coreProperties>
</file>